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69" r:id="rId2"/>
    <p:sldId id="270" r:id="rId3"/>
    <p:sldId id="271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1B36E9-DCD2-A042-9CAF-9CDDEFB45526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3441E6-E0EB-F64B-82D7-50747A6929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493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1000 marks cannot be handled by 1000 separate variables. We need a non-primitive structure that groups values built from primitives.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 array stores records contiguously, so s[i] is direct address calculation. Size is fixed at 1000, so no resizing is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operation costs. The system is read-heavy and fixed-size, so the array wins.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Cities connect to many cities with different distances, so a sequence cannot model this - we need a non-linear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Vertex = city, edge = road, weight = distance. Adjacency list stores only existing roads, ideal for sparse road networks. Teal path is the shortest from A to 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greedily finalises the nearest unvisited vertex. With a min-heap and adjacency list it runs in O((V+E) log V). It requires non-negative weights, which holds for distances.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Pages visited A to D. Pressing Back must return to the most recent page first - that is Last-In-First-Out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stack exposes only the top. Push on every visit, pop on Back. All operations are constant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a plain list and a queue. The two-stack model also gives the Forward button for free.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is unique and searches are exact-match, which is the ideal case for hashing.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 function maps the ISBN straight to a bucket. Collisions are chained. A low load factor keeps chains very short.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n = 50,000, linear search averages 25,000 comparisons, binary search about 16 (log2 50,000 ≈ 15.6), a good hash table about 1 to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DY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2355B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5735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618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873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Q1  ·  Student Marks System  · 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Problem: Primitive vs Non-Primitive Data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64008" cy="2697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Primitive (int, float, char)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69164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Holds a single value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Fixed size, very fast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1000 variables (mark1 … mark1000) is unmanageable and cannot be looped over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39319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234440"/>
            <a:ext cx="64008" cy="2697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5604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Non-primitive (array, struct, list)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956048" y="1691640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Groups many values under one name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Built from primitive types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Supports loops, indexing and records – needed for collections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Requirement: 1000 records · fast access by position · frequent read &amp; update · size known in advance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Q1  ·  Student Marks System  · 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Solution: Array of Structures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34440"/>
            <a:ext cx="3840480" cy="274320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  regNo;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char  name[30];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float marks;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 Student s[1000];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s[i].marks  -&gt;  O(1)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572000" y="1234440"/>
            <a:ext cx="41148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0" y="1234440"/>
            <a:ext cx="64008" cy="27432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73168" y="132588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Why it fits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773168" y="1691640"/>
            <a:ext cx="374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Contiguous memory → s[i] in O(1)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Fixed size (1000): no pointers, no resizing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Cache-friendly loops: average, topper, ranking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Sort by regNo → binary search O(log 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≈ 40 KB total – tiny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Primitive types build the fields; the array of structures manages all 1000 records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Q1  ·  Student Marks System  · 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Efficiency: Array vs Linked List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Array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Linked List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Access s[i]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Search (unsorted)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Search (sorted)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O(log n) binary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Insert at end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 with tail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Insert/delete in middle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 shifting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 after locating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Extra memory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1 pointer per node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Verdict: Array of structures – O(1) access, O(n) space, no pointer overhead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Q2  ·  Navigation System  · 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Problem: Modelling City Connections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6916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Store cities and the roads between them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Each road has a weight (distance / time)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Find the shortest route between two cities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Add or remove roads easily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234440"/>
            <a:ext cx="64008" cy="2834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5604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Why linear structures fail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956048" y="16916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Array / list / stack / queue are one-after-another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 city links to many cities (many-to-many)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Trees have no cycles, but roads form loops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We need a structure that stores relationships: a weighted graph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Q2  ·  Navigation System  · 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Solution: Weighted Graph (Non-Linear)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0233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64008" cy="2834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32588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Mapping + adjacency list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69164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Vertex = city · Edge = road · Weight = km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 → B(4), C(2)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 → A(4), C(1), D(5)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 → A(2), B(1), D(8)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D → B(5), C(8), E(3)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E → D(3)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 flipV="1">
            <a:off x="4937760" y="1645920"/>
            <a:ext cx="1188720" cy="109728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2743200"/>
            <a:ext cx="1188720" cy="914400"/>
          </a:xfrm>
          <a:prstGeom prst="line">
            <a:avLst/>
          </a:prstGeom>
          <a:noFill/>
          <a:ln w="44450">
            <a:solidFill>
              <a:srgbClr val="0E9A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26480" y="1645920"/>
            <a:ext cx="0" cy="2011680"/>
          </a:xfrm>
          <a:prstGeom prst="line">
            <a:avLst/>
          </a:prstGeom>
          <a:noFill/>
          <a:ln w="44450">
            <a:solidFill>
              <a:srgbClr val="0E9A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6480" y="1645920"/>
            <a:ext cx="1188720" cy="1005840"/>
          </a:xfrm>
          <a:prstGeom prst="line">
            <a:avLst/>
          </a:prstGeom>
          <a:noFill/>
          <a:ln w="44450">
            <a:solidFill>
              <a:srgbClr val="0E9A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126480" y="2651760"/>
            <a:ext cx="1188720" cy="100584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7315200" y="1645920"/>
            <a:ext cx="914400" cy="1005840"/>
          </a:xfrm>
          <a:prstGeom prst="line">
            <a:avLst/>
          </a:prstGeom>
          <a:noFill/>
          <a:ln w="44450">
            <a:solidFill>
              <a:srgbClr val="0E9AA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85816" y="2084832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385816" y="3090672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2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980176" y="2542032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1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574536" y="2039112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6574536" y="3044952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8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626096" y="2039112"/>
            <a:ext cx="292608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93B"/>
                </a:solidFill>
              </a:rPr>
              <a:t>3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4700016" y="2505456"/>
            <a:ext cx="475488" cy="475488"/>
          </a:xfrm>
          <a:prstGeom prst="ellipse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888736" y="1408176"/>
            <a:ext cx="475488" cy="475488"/>
          </a:xfrm>
          <a:prstGeom prst="ellipse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888736" y="3419856"/>
            <a:ext cx="475488" cy="475488"/>
          </a:xfrm>
          <a:prstGeom prst="ellipse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077456" y="2414016"/>
            <a:ext cx="475488" cy="475488"/>
          </a:xfrm>
          <a:prstGeom prst="ellipse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D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991856" y="1408176"/>
            <a:ext cx="475488" cy="475488"/>
          </a:xfrm>
          <a:prstGeom prst="ellipse">
            <a:avLst/>
          </a:prstGeom>
          <a:solidFill>
            <a:srgbClr val="1235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E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Shortest A → E = A → C → B → D → E = 2 + 1 + 5 + 3 = 11 km</a:t>
            </a:r>
            <a:endParaRPr lang="en-US" sz="1300" dirty="0"/>
          </a:p>
        </p:txBody>
      </p:sp>
      <p:sp>
        <p:nvSpPr>
          <p:cNvPr id="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Q2  ·  Navigation System  · 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Finding Shortest Routes: Dijkstra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840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3258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Dijkstra's steps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69164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Set dist[source] = 0, all others = ∞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Pick unvisited vertex with smallest dist (min-heap)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Relax its edges: update neighbours if shorter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Repeat until the destination is finalised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280160"/>
          <a:ext cx="4160520" cy="914400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Representation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Space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Dijkstra time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Adjacency list + heap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O(V+E)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O((V+E) log V)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Adjacency matrix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O(V²)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O(V²)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4526280" y="2651760"/>
            <a:ext cx="4160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</a:rPr>
              <a:t>Road networks are sparse (E ≈ V), so the adjacency list saves both memory and time.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Verdict: Weighted graph (adjacency list) + Dijkstra with a min-heap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Q3  ·  Web Browser History  · 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Problem: Backward Navigation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Behaviour needed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6916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User visits A → B → C → 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Back goes D → C → B → 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Most recent page is always revisited first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History grows with every visit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234440"/>
            <a:ext cx="64008" cy="2834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5604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956048" y="16916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Instant Back – no searching the history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Fast addition of each new page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Know when Back is impossible (history empty)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Minimal memory per page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access pattern is LIFO, so the matching ADT is the Stack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Q3  ·  Web Browser History  · 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ADT: Stack (LIFO)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80160"/>
            <a:ext cx="2926080" cy="566928"/>
          </a:xfrm>
          <a:prstGeom prst="rect">
            <a:avLst/>
          </a:prstGeom>
          <a:solidFill>
            <a:srgbClr val="0E9AA7"/>
          </a:solidFill>
          <a:ln w="19050">
            <a:solidFill>
              <a:srgbClr val="12355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Page D  (top = current)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38528"/>
            <a:ext cx="29260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2355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Page C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596896"/>
            <a:ext cx="29260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2355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Page B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255264"/>
            <a:ext cx="29260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12355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</a:rPr>
              <a:t>Page A  (bottom)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28016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Operation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Browser action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push(page)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New page visited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pop()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Back button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peek()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Show current page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isEmpty()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Disable Back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6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 = pop() · Visit = push() · both without scanning the history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Q3  ·  Web Browser History  · 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How the Stack Improves Efficiency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4572000" cy="9144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Back operation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Verdict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Stack (array / linked list)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 pop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Correct and fastest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Queue (FIFO)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Returns oldest page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Wrong behaviour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Unordered list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 search for latest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Slow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257800" y="1234440"/>
            <a:ext cx="34290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5257800" y="1234440"/>
            <a:ext cx="64008" cy="2834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458968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Back + Forward stacks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58968" y="169164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Back: pop from Back stack, push current onto Forward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New visit: push to Back, clear Forward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Space O(n) for n pages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Verdict: Stack ADT – O(1) navigation, minimal memory, simple logic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Q4  ·  Digital Library  ·  1/3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Problem: Fast ISBN Lookup in 50,000 Records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Requirements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6916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Key = ISBN (unique per book)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50,000 records, frequent exact-match searches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Near-instant response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New books are inserted regularly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393192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234440"/>
            <a:ext cx="64008" cy="2834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956048" y="13258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Candidates considered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956048" y="16916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Linear search: up to 50,000 comparisons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Sorted array + binary search: ≈ 16, but O(n) inserts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Balanced BST: O(log n) search and insert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Hash table: O(1) average ✔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Goal: the fewest comparisons per search, with cheap inserts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Q4  ·  Digital Library  ·  2/3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Solution: Hash Table with Chaining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1234440"/>
            <a:ext cx="42062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234440"/>
            <a:ext cx="64008" cy="2834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58368" y="132588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55B"/>
                </a:solidFill>
              </a:rPr>
              <a:t>How a lookup works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6916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Convert ISBN to an integer key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index = key mod m (m = prime ≈ 1.3 × 50,000)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Jump directly to that bucket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Collision → compare along a short chain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Load factor α = n/m ≈ 0.75 → ~1–2 comparisons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937760" y="1234440"/>
            <a:ext cx="3749040" cy="2834640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lIns="152400" tIns="152400" rIns="152400" bIns="15240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0  → 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1  →  ISBN-a → ISBN-b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2  →  ISBN-c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3  → 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4  →  ISBN-d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m-1 → ISBN-z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No scanning, no sorting: the ISBN itself tells us where the record is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9AA7"/>
                </a:solidFill>
              </a:rPr>
              <a:t>Q4  ·  Digital Library  ·  3/3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2355B"/>
                </a:solidFill>
              </a:rPr>
              <a:t>Time Complexity Comparison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Structure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Search (avg)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Search (worst)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Insert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≈ Compares (n=50,000)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5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Unsorted array (linear)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25,000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Sorted array (binary)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≈ 16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Balanced BST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O(log n)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≈ 16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Hash table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O(n)*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O(1)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</a:rPr>
                        <a:t>≈ 1–2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F2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* Worst case only with a poor hash function or very high load factor.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206240"/>
            <a:ext cx="8229600" cy="475488"/>
          </a:xfrm>
          <a:prstGeom prst="rect">
            <a:avLst/>
          </a:prstGeom>
          <a:solidFill>
            <a:srgbClr val="12355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Verdict: Hash table – fastest average search and insert for ISBN lookup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- Technical Presentation (CSA03)</dc:title>
  <dc:subject>PptxGenJS Presentation</dc:subject>
  <dc:creator>PptxGenJS</dc:creator>
  <cp:lastModifiedBy>Santhosh S</cp:lastModifiedBy>
  <cp:revision>3</cp:revision>
  <dcterms:created xsi:type="dcterms:W3CDTF">2026-10-09T03:59:09Z</dcterms:created>
  <dcterms:modified xsi:type="dcterms:W3CDTF">2026-10-11T16:44:55Z</dcterms:modified>
</cp:coreProperties>
</file>